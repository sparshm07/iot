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44964-D636-3951-BCCA-87FE37F34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7D7A2-AC1E-316E-0AC9-27F96181B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68086-819E-C798-8787-FF01ACEEF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9CF5-DA8F-4768-834F-A223FB89348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B2B26-654D-FCAD-C2EE-1242B7791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B3AF1-243F-01D3-A1D5-D144738E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199E-5F60-4440-92D9-D5514FDE6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15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D34AE-D514-DB27-304A-85EBF542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479B6-48B6-1084-071E-662357E86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0B480-A29B-9DF2-3948-0772BE806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9CF5-DA8F-4768-834F-A223FB89348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C977E-31FC-C5B3-ACB5-6E005A3F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ECC2E-EB2D-686B-269C-846DBFDC8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199E-5F60-4440-92D9-D5514FDE6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29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9DF3-6A95-D76A-DAFC-75120B7F6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DF0A8-0817-CE0E-C877-D99708FFB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55E04-34A1-F00E-3CA7-095195335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9CF5-DA8F-4768-834F-A223FB89348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69C37-F922-2FEA-1721-78D4472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0F99C-0207-B508-4AEE-54C17ECB6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199E-5F60-4440-92D9-D5514FDE6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148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FAA3A-B01D-805E-650A-E38B1FA90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913A3-787E-7D93-4999-10D1A6D9D7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FC801-D0DA-8FAA-27FE-EFA04AEA8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7E1A2-12B1-ABCC-6B4E-415093768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9CF5-DA8F-4768-834F-A223FB89348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7016B-BC36-693C-22A5-E2037B2F8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72125-AB57-3973-0FBE-8ADA4DAB3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199E-5F60-4440-92D9-D5514FDE6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273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A06BD-5C5A-A7F9-5757-6C6356165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57190-2B7E-540A-C4E3-472D04552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A7FDF-BB40-0FFC-1B0F-A1AD38247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1FA3A-7871-E140-F69E-EF10187E44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1C0EF6-9F1F-24E9-3217-E96162136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40C135-8652-3D45-71C9-ECBB4A023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9CF5-DA8F-4768-834F-A223FB89348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D4CD5D-A268-25E1-9778-2059A8F5B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EB2A80-F766-D80D-778B-16DE47F43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199E-5F60-4440-92D9-D5514FDE6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734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DB1A1-F64E-D418-88D5-7E35F249C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47D915-F86E-66D8-F349-8CE60A8B3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9CF5-DA8F-4768-834F-A223FB89348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B2994-C860-F0B4-82A2-B35EEF5AC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021E2-8E76-5998-0AFC-6EC81FC57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199E-5F60-4440-92D9-D5514FDE6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3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AA8CE6-8300-57E3-F12B-4C84A7564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9CF5-DA8F-4768-834F-A223FB89348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8916CA-9001-E491-C395-C3853BCC7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41860-D3E7-D20B-7CE3-F9A786776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199E-5F60-4440-92D9-D5514FDE6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235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F8B3-E3A5-DD9F-C842-852675AF3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B2307-63D5-0ACC-E7C3-94A6D5652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B2EED-749B-D9EB-5582-205791184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7E5DD-7E8B-C66C-9BBB-93ECE8023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9CF5-DA8F-4768-834F-A223FB89348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62CE0-0500-8186-B454-F2C5E7480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B8406-506D-1874-8662-3AD5B4705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199E-5F60-4440-92D9-D5514FDE6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952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A8710-8519-339E-402A-D6815CEA7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3785A-EF17-7936-939F-8DA3D2BF2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F647C-6307-8259-9D63-C685A573C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91125-6287-2B5A-EAEA-36362B861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9CF5-DA8F-4768-834F-A223FB89348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00D66-F40B-8605-A7AC-356EBD133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A7E48-19DA-8644-DCA0-41D442797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199E-5F60-4440-92D9-D5514FDE6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50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36A56-DFD9-CDDE-06C9-4048CD709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CD0B03-58BF-2E7D-6B2A-0E8ADC2CF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299C1-A3A7-9FB9-2590-3C5C8C8C5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9CF5-DA8F-4768-834F-A223FB89348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D2C5F-4609-C29A-921A-EC50EE26C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7D512-7D75-D467-C778-2FEF7D303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199E-5F60-4440-92D9-D5514FDE6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354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F843C8-2830-2641-BFE8-3D7D818F1C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E5F0F-DC5B-F685-19BC-DE4808ED4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6F467-1541-6F44-C660-EDE355E99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9CF5-DA8F-4768-834F-A223FB89348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9DA85-06B1-9751-D78E-3A0D0487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61CB-E66D-EA65-7094-4C238736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199E-5F60-4440-92D9-D5514FDE6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551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D3BF4C-3E9E-BAE3-F5E8-5175AE20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4F9D7-965D-1422-CF10-3C8080515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0685D-6F77-FA2A-8D89-00B6A5031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B9CF5-DA8F-4768-834F-A223FB89348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2AFED-9AF2-D094-10D0-1ADAB07E2F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F2C40-389D-D938-286E-17EE84F7B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E199E-5F60-4440-92D9-D5514FDE6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025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651E-843A-D1EC-D9E1-8081AFC75F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58263-7F19-CAE3-B9F6-1A2FA5948B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close-up of a device&#10;&#10;AI-generated content may be incorrect.">
            <a:extLst>
              <a:ext uri="{FF2B5EF4-FFF2-40B4-BE49-F238E27FC236}">
                <a16:creationId xmlns:a16="http://schemas.microsoft.com/office/drawing/2014/main" id="{1EB4D4E7-B3AF-21F0-3BB0-F7C0D7556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9724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800BF-3C11-9F51-8809-658B20333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close-up of a machine&#10;&#10;AI-generated content may be incorrect.">
            <a:extLst>
              <a:ext uri="{FF2B5EF4-FFF2-40B4-BE49-F238E27FC236}">
                <a16:creationId xmlns:a16="http://schemas.microsoft.com/office/drawing/2014/main" id="{7E1D8415-0B61-E026-446D-F4E25B0B0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86255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85631-B428-4200-3017-77E93B37E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close up of a computer&#10;&#10;AI-generated content may be incorrect.">
            <a:extLst>
              <a:ext uri="{FF2B5EF4-FFF2-40B4-BE49-F238E27FC236}">
                <a16:creationId xmlns:a16="http://schemas.microsoft.com/office/drawing/2014/main" id="{9E193AD8-816D-FD1C-1A13-8BC98889DC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528105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B34F9-BE93-D3D7-A610-90ACB14FD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0F5831-DE9D-145B-F153-D6881E8EB2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3551" cy="6858000"/>
          </a:xfrm>
        </p:spPr>
      </p:pic>
    </p:spTree>
    <p:extLst>
      <p:ext uri="{BB962C8B-B14F-4D97-AF65-F5344CB8AC3E}">
        <p14:creationId xmlns:p14="http://schemas.microsoft.com/office/powerpoint/2010/main" val="1946673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F94D0-721C-33E6-2FCB-940381101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9497A9A-8D8F-1610-3FA2-D228AC773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4930"/>
          </a:xfrm>
        </p:spPr>
      </p:pic>
    </p:spTree>
    <p:extLst>
      <p:ext uri="{BB962C8B-B14F-4D97-AF65-F5344CB8AC3E}">
        <p14:creationId xmlns:p14="http://schemas.microsoft.com/office/powerpoint/2010/main" val="3668394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E5362-4659-77C6-F4A2-0EB7D5378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27B1E0-D698-FBE6-4864-707C8D102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930"/>
          </a:xfrm>
        </p:spPr>
      </p:pic>
    </p:spTree>
    <p:extLst>
      <p:ext uri="{BB962C8B-B14F-4D97-AF65-F5344CB8AC3E}">
        <p14:creationId xmlns:p14="http://schemas.microsoft.com/office/powerpoint/2010/main" val="2965924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F343-50B1-037E-023A-B96D3ED1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 application&#10;&#10;AI-generated content may be incorrect.">
            <a:extLst>
              <a:ext uri="{FF2B5EF4-FFF2-40B4-BE49-F238E27FC236}">
                <a16:creationId xmlns:a16="http://schemas.microsoft.com/office/drawing/2014/main" id="{7AA507AB-01BB-F5DD-DCE4-9FD72FCD2F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3981371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210D9-1832-7764-E513-6C09FE496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517BDC-DED7-DCCE-38EA-FBA77286E4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79693" cy="6858001"/>
          </a:xfrm>
        </p:spPr>
      </p:pic>
    </p:spTree>
    <p:extLst>
      <p:ext uri="{BB962C8B-B14F-4D97-AF65-F5344CB8AC3E}">
        <p14:creationId xmlns:p14="http://schemas.microsoft.com/office/powerpoint/2010/main" val="2763188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Siddhartha Singh Somvanshi</dc:creator>
  <cp:lastModifiedBy>Siddhartha Singh Somvanshi</cp:lastModifiedBy>
  <cp:revision>1</cp:revision>
  <dcterms:created xsi:type="dcterms:W3CDTF">2025-10-06T16:22:00Z</dcterms:created>
  <dcterms:modified xsi:type="dcterms:W3CDTF">2025-10-06T16:28:42Z</dcterms:modified>
</cp:coreProperties>
</file>